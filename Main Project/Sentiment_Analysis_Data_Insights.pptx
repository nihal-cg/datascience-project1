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3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5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2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7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24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1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2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91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0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8350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3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543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41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74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0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66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Sentiment Analysis: Data Insights from Social Media Posts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 [Your Name / Team Name]</a:t>
            </a:r>
          </a:p>
          <a:p>
            <a:r>
              <a:t>Date: [Insert Date]</a:t>
            </a:r>
          </a:p>
          <a:p>
            <a:r>
              <a:t>Course / Organization: [Optional]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public sentiment through social media posts.</a:t>
            </a:r>
          </a:p>
          <a:p>
            <a:r>
              <a:t>• Dataset includes tweets with timestamps, text, and sentiment labels.</a:t>
            </a:r>
          </a:p>
          <a:p>
            <a:r>
              <a:t>• Objective: derive insights about sentiment trends over time, platform, and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Total records: 499 tweets</a:t>
            </a:r>
          </a:p>
          <a:p>
            <a:r>
              <a:t>• Columns:</a:t>
            </a:r>
          </a:p>
          <a:p>
            <a:r>
              <a:t>   - Year, Month, Day – date of post</a:t>
            </a:r>
          </a:p>
          <a:p>
            <a:r>
              <a:t>   - Time of Tweet – morning / afternoon / evening / night</a:t>
            </a:r>
          </a:p>
          <a:p>
            <a:r>
              <a:t>   - Text – tweet content</a:t>
            </a:r>
          </a:p>
          <a:p>
            <a:r>
              <a:t>   - Sentiment – positive / negative / neutral</a:t>
            </a:r>
          </a:p>
          <a:p>
            <a:r>
              <a:t>   - Platform – source (Twitter)</a:t>
            </a:r>
          </a:p>
          <a:p>
            <a:endParaRPr/>
          </a:p>
          <a:p>
            <a:r>
              <a:t>🖼 Visual: Table or screenshot of 5 sample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Number of tweets in each sentiment category.</a:t>
            </a:r>
          </a:p>
          <a:p>
            <a:r>
              <a:t>• Key insight: which sentiment dominates the dataset.</a:t>
            </a:r>
          </a:p>
          <a:p>
            <a:endParaRPr/>
          </a:p>
          <a:p>
            <a:r>
              <a:t>🖼 Visual: Pie chart or bar chart (Positive vs Negative vs Neutral).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Sentiment trends across months or years.</a:t>
            </a:r>
          </a:p>
          <a:p>
            <a:r>
              <a:t>• Example: 'Most positive tweets were observed in August 2018.'</a:t>
            </a:r>
          </a:p>
          <a:p>
            <a:endParaRPr/>
          </a:p>
          <a:p>
            <a:r>
              <a:t>🖼 Visual: Line graph showing sentiment count per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Are People Most Expressive?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Sentiment variation by time of day (morning, afternoon, evening, night).</a:t>
            </a:r>
          </a:p>
          <a:p>
            <a:r>
              <a:t>• Observation: e.g., 'Morning tweets are mostly positive, while night tweets show more negativity.'</a:t>
            </a:r>
          </a:p>
          <a:p>
            <a:endParaRPr/>
          </a:p>
          <a:p>
            <a:r>
              <a:t>🖼 Visual: Grouped bar chart (Time of Tweet vs Sentiment count).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Words in Each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Frequent words in positive and negative tweets.</a:t>
            </a:r>
          </a:p>
          <a:p>
            <a:r>
              <a:t>• Example:</a:t>
            </a:r>
          </a:p>
          <a:p>
            <a:r>
              <a:t>   - Positive: great, happy, love, good</a:t>
            </a:r>
          </a:p>
          <a:p>
            <a:r>
              <a:t>   - Negative: bad, sad, hate, disappointed</a:t>
            </a:r>
          </a:p>
          <a:p>
            <a:endParaRPr/>
          </a:p>
          <a:p>
            <a:r>
              <a:t>🖼 Visual: Word clouds for each sentiment.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Tweets are mostly from Twitter.</a:t>
            </a:r>
          </a:p>
          <a:p>
            <a:r>
              <a:t>• Can mention other platforms if present.</a:t>
            </a:r>
          </a:p>
          <a:p>
            <a:endParaRPr/>
          </a:p>
          <a:p>
            <a:r>
              <a:t>🖼 Visual: Bar chart (Platform vs Count).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Majority of tweets express positive sentiment.</a:t>
            </a:r>
          </a:p>
          <a:p>
            <a:r>
              <a:t>• Morning and afternoon show higher positivity.</a:t>
            </a:r>
          </a:p>
          <a:p>
            <a:r>
              <a:t>• Common positive words reflect optimism, while negative ones express frustration.</a:t>
            </a:r>
          </a:p>
          <a:p>
            <a:r>
              <a:t>• Twitter remains the dominant platform.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provides a clear view of user sentiment trends.</a:t>
            </a:r>
          </a:p>
          <a:p>
            <a:r>
              <a:t>• Useful for brand monitoring and audience engagement analysis.</a:t>
            </a:r>
          </a:p>
          <a:p>
            <a:r>
              <a:t>• Future work: expand dataset, apply NLP models for deeper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/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sentiment_analysis.csv</a:t>
            </a:r>
          </a:p>
          <a:p>
            <a:r>
              <a:t>• Tools: Python (Pandas, Matplotlib, WordCloud)</a:t>
            </a:r>
          </a:p>
          <a:p>
            <a:r>
              <a:t>• Optional: mention your team, mentor, or data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455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Garamond</vt:lpstr>
      <vt:lpstr>Trebuchet MS</vt:lpstr>
      <vt:lpstr>Wingdings 3</vt:lpstr>
      <vt:lpstr>Facet</vt:lpstr>
      <vt:lpstr>Sentiment Analysis: Data Insights from Social Media Posts</vt:lpstr>
      <vt:lpstr>About the Project</vt:lpstr>
      <vt:lpstr>Dataset Description</vt:lpstr>
      <vt:lpstr>Sentiment Distribution</vt:lpstr>
      <vt:lpstr>Sentiment Over Time</vt:lpstr>
      <vt:lpstr>When Are People Most Expressive?</vt:lpstr>
      <vt:lpstr>Common Words in Each Sentiment</vt:lpstr>
      <vt:lpstr>Platform Distribution</vt:lpstr>
      <vt:lpstr>Summary of Insights</vt:lpstr>
      <vt:lpstr>Conclusion &amp; Future Work</vt:lpstr>
      <vt:lpstr>References /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CG</dc:creator>
  <cp:keywords/>
  <dc:description>generated using python-pptx</dc:description>
  <cp:lastModifiedBy>Nihal Lalu</cp:lastModifiedBy>
  <cp:revision>2</cp:revision>
  <dcterms:created xsi:type="dcterms:W3CDTF">2013-01-27T09:14:16Z</dcterms:created>
  <dcterms:modified xsi:type="dcterms:W3CDTF">2025-10-21T12:49:59Z</dcterms:modified>
  <cp:category/>
</cp:coreProperties>
</file>